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Source Code Pro"/>
      <p:regular r:id="rId8"/>
      <p:bold r:id="rId9"/>
      <p:italic r:id="rId10"/>
      <p:boldItalic r:id="rId11"/>
    </p:embeddedFon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CodePro-boldItalic.fntdata"/><Relationship Id="rId10" Type="http://schemas.openxmlformats.org/officeDocument/2006/relationships/font" Target="fonts/SourceCodePro-italic.fntdata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SourceCode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SourceCodeP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4b763912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4b763912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Hackaton - Soldiers Surf Free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Ofek, Segev, Dolev, Guy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מטרות להיום-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מימוש מלא של המיקרוקונטרולר (ללא חיישנים, יבצע שליחת קוד לשרת הבקאנד וקבלת תשובה בחזרה) - הדלקת נורה.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תקשורת מלאה בין השרת בקאנד למיקרו.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מימוש מלא של תרחיש השאלת גלשן. (אישור קבצים - S3, זיהוי חייל?, סריקת ברקוד?)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להקים קוגניטו - ניהול משתמשים.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טסטים UI *</a:t>
            </a:r>
            <a:endParaRPr/>
          </a:p>
          <a:p>
            <a:pPr indent="0" lvl="0" marL="45720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מטרה- להדליק נורה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