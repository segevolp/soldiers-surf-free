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0625971c8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0625971c8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0625971c8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0625971c8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0625971c8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d0625971c8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0625971c8_1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0625971c8_1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0625971c8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0625971c8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0625971c8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0625971c8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05c6ecd4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05c6ecd4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0625971c8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0625971c8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f6c8c2e6f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cf6c8c2e6f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f6c8c2e6f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cf6c8c2e6f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900">
        <p14:flip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LvnP4GSXzTSWIGP6Q5r8nOMKoukh8zn_/view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Soldiers Surf Free</a:t>
            </a:r>
            <a:endParaRPr/>
          </a:p>
        </p:txBody>
      </p:sp>
      <p:pic>
        <p:nvPicPr>
          <p:cNvPr id="278" name="Google Shape;27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3"/>
          <p:cNvSpPr txBox="1"/>
          <p:nvPr>
            <p:ph idx="1" type="subTitle"/>
          </p:nvPr>
        </p:nvSpPr>
        <p:spPr>
          <a:xfrm>
            <a:off x="120650" y="4782300"/>
            <a:ext cx="56622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iw" sz="1660">
                <a:highlight>
                  <a:schemeClr val="dk2"/>
                </a:highlight>
              </a:rPr>
              <a:t>Segev Olpak, Ofek Yabo, Dolev David, Guy Yehoshua</a:t>
            </a:r>
            <a:endParaRPr b="1" sz="1660">
              <a:highlight>
                <a:schemeClr val="dk2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slide, similar design style to slides 2,3 , that discusses: Our progress in the vacation- &#10;Full connection UI to Backend- (Donations missing).&#10;Bug fixes and running most use cases by hand.&#10;Research on production  hardware.&#10;Order production  hardware (received some before war).&#10;Connect missing hardware (RFID reader).&#10;Drastically improving the military ID OCR algorithm&#10;Backend code refactor&#10;" id="284" name="Google Shape;2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89" name="Google Shape;2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2 slides that discuss the improvements we have made to our military card verification algorithm: 🚀 Military ID Scanning Upgrades&#10;1. Smarter Camera Detection&#10;&#10;Distance Scanning: The scanner no longer requires the card to be perfectly framed up close. It can now detect and capture IDs held far away from the lens.&#10;Finger &amp; Round Edge Forgiveness: Built a new shape-recovery system. If fingers are blocking the card edges or it has extremely rounded corners, the system automatically rebuilds the missing borders to lock on successfully.&#10;2. Auto-Perspective Correction&#10;&#10;Tilt &amp; Skew Fixing: You no longer need to hold the camera perfectly flat. If the card is captured at a harsh angle or tilted sideways, the engine digitally flattens the card and rotates the tilted text lines to be perfectly horizontal before reading them.&#10;3. Advanced Glare &amp; Shadow Removal&#10;&#10;Instant Background Annihilation: Added professional lighting layers that instantly recognize and delete bright reflections (like overhead lights) and dark shadows, leaving only the crisp text behind for 100% accuracy.&#10;4. Flawless Number Extraction&#10;&#10;Smarter Reading: The AI now intelligently pieces together broken text. If a long ID number gets chopped in half by a shadow or smudge, the scanner automatically bridges the gap and recovers the full number.&#10;Cleaner UI: Removed the restrictive &quot;Scan Here&quot; borders from the screen, allowing users to naturally fit the card anywhere in the camera view for an instant read." id="294" name="Google Shape;2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2 slides that discuss the improvements we have made to our military card verification algorithm: 🚀 Military ID Scanning Upgrades&#10;1. Smarter Camera Detection&#10;&#10;Distance Scanning: The scanner no longer requires the card to be perfectly framed up close. It can now detect and capture IDs held far away from the lens.&#10;Finger &amp; Round Edge Forgiveness: Built a new shape-recovery system. If fingers are blocking the card edges or it has extremely rounded corners, the system automatically rebuilds the missing borders to lock on successfully.&#10;2. Auto-Perspective Correction&#10;&#10;Tilt &amp; Skew Fixing: You no longer need to hold the camera perfectly flat. If the card is captured at a harsh angle or tilted sideways, the engine digitally flattens the card and rotates the tilted text lines to be perfectly horizontal before reading them.&#10;3. Advanced Glare &amp; Shadow Removal&#10;&#10;Instant Background Annihilation: Added professional lighting layers that instantly recognize and delete bright reflections (like overhead lights) and dark shadows, leaving only the crisp text behind for 100% accuracy.&#10;4. Flawless Number Extraction&#10;&#10;Smarter Reading: The AI now intelligently pieces together broken text. If a long ID number gets chopped in half by a shadow or smudge, the scanner automatically bridges the gap and recovers the full number.&#10;Cleaner UI: Removed the restrictive &quot;Scan Here&quot; borders from the screen, allowing users to naturally fit the card anywhere in the camera view for an instant read." id="299" name="Google Shape;2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304" name="Google Shape;3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A13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3000">
                <a:solidFill>
                  <a:schemeClr val="lt1"/>
                </a:solidFill>
              </a:rPr>
              <a:t>Physical </a:t>
            </a:r>
            <a:r>
              <a:rPr lang="iw" sz="3000">
                <a:solidFill>
                  <a:schemeClr val="lt1"/>
                </a:solidFill>
              </a:rPr>
              <a:t>Features- 	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19" title="סימולציית RFI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050" y="1597875"/>
            <a:ext cx="4046150" cy="30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3000"/>
              <a:t>Gantt-</a:t>
            </a:r>
            <a:endParaRPr sz="3000"/>
          </a:p>
        </p:txBody>
      </p:sp>
      <p:pic>
        <p:nvPicPr>
          <p:cNvPr id="316" name="Google Shape;3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021" y="1219375"/>
            <a:ext cx="7134500" cy="365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3000"/>
              <a:t>Gantt-</a:t>
            </a:r>
            <a:endParaRPr sz="3000"/>
          </a:p>
        </p:txBody>
      </p:sp>
      <p:pic>
        <p:nvPicPr>
          <p:cNvPr id="322" name="Google Shape;322;p21"/>
          <p:cNvPicPr preferRelativeResize="0"/>
          <p:nvPr/>
        </p:nvPicPr>
        <p:blipFill rotWithShape="1">
          <a:blip r:embed="rId3">
            <a:alphaModFix/>
          </a:blip>
          <a:srcRect b="14342" l="0" r="13277" t="47927"/>
          <a:stretch/>
        </p:blipFill>
        <p:spPr>
          <a:xfrm>
            <a:off x="3506950" y="3027250"/>
            <a:ext cx="4333076" cy="122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2027" y="117625"/>
            <a:ext cx="4489500" cy="2685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Our progress in the vacation- </a:t>
            </a:r>
            <a:endParaRPr/>
          </a:p>
        </p:txBody>
      </p:sp>
      <p:sp>
        <p:nvSpPr>
          <p:cNvPr id="329" name="Google Shape;329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Full connection UI to Backend- (Donations missing).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Bug fixes and running most use cases by hand.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Research on production  hardware.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Order </a:t>
            </a:r>
            <a:r>
              <a:rPr lang="iw"/>
              <a:t>production  hardware (received some before war).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Connect missing hardware (RFID reader).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Drastically improving the military ID OCR algorithm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Backend code refactor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3000"/>
              <a:t>Frontend Features- 	</a:t>
            </a:r>
            <a:endParaRPr sz="3000"/>
          </a:p>
        </p:txBody>
      </p:sp>
      <p:sp>
        <p:nvSpPr>
          <p:cNvPr id="335" name="Google Shape;335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w" sz="1500"/>
              <a:t>All dashboard completed (admin, Site Manager and Soldier).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w" sz="1500"/>
              <a:t>Malfunction (Reporting, Blocking and Resolving).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w" sz="1500"/>
              <a:t>Reviews, Reservations.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w" sz="1500"/>
              <a:t>Site Overview, Remote unlock/reset.(Site Manager).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w" sz="1500"/>
              <a:t>Manage Admin and Site Manager permissions (Tree-like).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w" sz="1500"/>
              <a:t>Improved card warping in OCR algorithm.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