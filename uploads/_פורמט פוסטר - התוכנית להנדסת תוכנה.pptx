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32404050" cy="43205400"/>
  <p:notesSz cx="6858000" cy="9144000"/>
  <p:defaultTextStyle>
    <a:defPPr>
      <a:defRPr lang="he-IL"/>
    </a:defPPr>
    <a:lvl1pPr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59000" indent="-1701800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319588" indent="-3405188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480175" indent="-5108575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640763" indent="-6811963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395AAA-E1DD-A1FF-6D42-06425FA5CBA9}" v="103" dt="2026-05-12T06:29:42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2" d="100"/>
          <a:sy n="12" d="100"/>
        </p:scale>
        <p:origin x="2635" y="149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נתנאל ויטקין - Students" userId="S::witkinn_post.bgu.ac.il#ext#@bgu365.onmicrosoft.com::dcfb76ab-b8ca-453d-a221-e90f1979c785" providerId="AD" clId="Web-{2B395AAA-E1DD-A1FF-6D42-06425FA5CBA9}"/>
    <pc:docChg chg="modSld">
      <pc:chgData name="נתנאל ויטקין - Students" userId="S::witkinn_post.bgu.ac.il#ext#@bgu365.onmicrosoft.com::dcfb76ab-b8ca-453d-a221-e90f1979c785" providerId="AD" clId="Web-{2B395AAA-E1DD-A1FF-6D42-06425FA5CBA9}" dt="2026-05-12T06:29:41.615" v="49" actId="20577"/>
      <pc:docMkLst>
        <pc:docMk/>
      </pc:docMkLst>
      <pc:sldChg chg="modSp">
        <pc:chgData name="נתנאל ויטקין - Students" userId="S::witkinn_post.bgu.ac.il#ext#@bgu365.onmicrosoft.com::dcfb76ab-b8ca-453d-a221-e90f1979c785" providerId="AD" clId="Web-{2B395AAA-E1DD-A1FF-6D42-06425FA5CBA9}" dt="2026-05-12T06:29:41.615" v="49" actId="20577"/>
        <pc:sldMkLst>
          <pc:docMk/>
          <pc:sldMk cId="0" sldId="256"/>
        </pc:sldMkLst>
        <pc:spChg chg="mod">
          <ac:chgData name="נתנאל ויטקין - Students" userId="S::witkinn_post.bgu.ac.il#ext#@bgu365.onmicrosoft.com::dcfb76ab-b8ca-453d-a221-e90f1979c785" providerId="AD" clId="Web-{2B395AAA-E1DD-A1FF-6D42-06425FA5CBA9}" dt="2026-05-12T06:29:41.615" v="49" actId="20577"/>
          <ac:spMkLst>
            <pc:docMk/>
            <pc:sldMk cId="0" sldId="256"/>
            <ac:spMk id="14338" creationId="{CDD3160D-0763-ADC8-DD4C-40D03983214D}"/>
          </ac:spMkLst>
        </pc:spChg>
        <pc:spChg chg="mod">
          <ac:chgData name="נתנאל ויטקין - Students" userId="S::witkinn_post.bgu.ac.il#ext#@bgu365.onmicrosoft.com::dcfb76ab-b8ca-453d-a221-e90f1979c785" providerId="AD" clId="Web-{2B395AAA-E1DD-A1FF-6D42-06425FA5CBA9}" dt="2026-05-12T06:27:37.346" v="33" actId="20577"/>
          <ac:spMkLst>
            <pc:docMk/>
            <pc:sldMk cId="0" sldId="256"/>
            <ac:spMk id="14339" creationId="{783B316F-98D7-4B35-1477-5719C13EE0A3}"/>
          </ac:spMkLst>
        </pc:spChg>
        <pc:spChg chg="mod">
          <ac:chgData name="נתנאל ויטקין - Students" userId="S::witkinn_post.bgu.ac.il#ext#@bgu365.onmicrosoft.com::dcfb76ab-b8ca-453d-a221-e90f1979c785" providerId="AD" clId="Web-{2B395AAA-E1DD-A1FF-6D42-06425FA5CBA9}" dt="2026-05-12T06:26:06.483" v="2" actId="20577"/>
          <ac:spMkLst>
            <pc:docMk/>
            <pc:sldMk cId="0" sldId="256"/>
            <ac:spMk id="14340" creationId="{37906BF6-80F4-1E2D-7932-108B411E1B22}"/>
          </ac:spMkLst>
        </pc:spChg>
      </pc:sldChg>
    </pc:docChg>
  </pc:docChgLst>
  <pc:docChgLst>
    <pc:chgData name="נתנאל ויטקין" userId="7549228b-c2a7-4b52-9155-b5fde436e6f1" providerId="ADAL" clId="{530F7F65-593B-450A-AE43-CAF4690C2B78}"/>
    <pc:docChg chg="modSld">
      <pc:chgData name="נתנאל ויטקין" userId="7549228b-c2a7-4b52-9155-b5fde436e6f1" providerId="ADAL" clId="{530F7F65-593B-450A-AE43-CAF4690C2B78}" dt="2026-05-12T06:30:31.604" v="10" actId="20577"/>
      <pc:docMkLst>
        <pc:docMk/>
      </pc:docMkLst>
      <pc:sldChg chg="modSp mod">
        <pc:chgData name="נתנאל ויטקין" userId="7549228b-c2a7-4b52-9155-b5fde436e6f1" providerId="ADAL" clId="{530F7F65-593B-450A-AE43-CAF4690C2B78}" dt="2026-05-12T06:30:31.604" v="10" actId="20577"/>
        <pc:sldMkLst>
          <pc:docMk/>
          <pc:sldMk cId="0" sldId="256"/>
        </pc:sldMkLst>
        <pc:spChg chg="mod">
          <ac:chgData name="נתנאל ויטקין" userId="7549228b-c2a7-4b52-9155-b5fde436e6f1" providerId="ADAL" clId="{530F7F65-593B-450A-AE43-CAF4690C2B78}" dt="2026-05-12T06:30:31.604" v="10" actId="20577"/>
          <ac:spMkLst>
            <pc:docMk/>
            <pc:sldMk cId="0" sldId="256"/>
            <ac:spMk id="14342" creationId="{2D39E5F5-AE41-E499-F3F7-53C3EBBB82C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2848BA3-65B5-9CE8-5457-020CF80DAF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7795A76-9F84-447E-BB3C-0E99DC9A7893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2C7B179-2E6D-0F3E-3AA5-31C56C1F6C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A3B4240-7A02-3306-A010-8598FD9904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CE76302-23F1-4F8A-AFF7-68C9E725906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DB713015-E60D-C0F3-AA54-0D0FC4136D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2342818-AFE6-04E9-D584-09518AEE5B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20832A8-C210-4F33-AE43-195174582F37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8226FDC5-989C-BF91-346E-D814B236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C4799B09-5F3B-5842-1636-08A3A7D8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838119-1D8B-E16B-441F-6C668EF167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C2D3BC-F833-CA4B-E0EA-0575EC7AA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3A560B-3F5C-43F4-A174-91AE6E23805E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8787F0E2-BDCF-4BEC-4BBE-5D3D69DC90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38897583-C133-D537-88F8-7EB09FEFB1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51145BE9-7056-27E4-7903-23CABAB0A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E87EBD30-EAB9-4B9A-BA4A-6BA3390DBE6B}" type="slidenum">
              <a:rPr lang="he-IL" altLang="he-IL" sz="1200" smtClean="0"/>
              <a:pPr algn="l">
                <a:spcBef>
                  <a:spcPct val="0"/>
                </a:spcBef>
              </a:pPr>
              <a:t>1</a:t>
            </a:fld>
            <a:endParaRPr lang="he-IL" altLang="he-IL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4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0FEDBB-C8F6-42E4-F66F-93FDC6A2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8CE9EEE-6AB5-45AD-9FB2-02BB5B08798B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649503-D1FA-48F4-F5ED-5AA6D061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78A0DC1-D689-E89C-A19B-736431E9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8A12231-A109-4469-97F8-435614A629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3727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696" y="27763473"/>
            <a:ext cx="27543443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CB5305-3D4A-51E2-529C-F1486CF0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0223FEA-D0D4-4859-AA8A-E2A4EFDE6830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A39721-D078-3F4D-BA85-E802D8D1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580AC5C-22A9-855F-ED50-5CEE040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9C14FCD-94FB-440C-B541-A5AE4DADB4B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8513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846" y="63507940"/>
            <a:ext cx="51402048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85960" y="63507940"/>
            <a:ext cx="51402051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295C321-5736-9B3A-20F6-108071AE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58C302A-08B9-4825-9654-B73B34953AE7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F5B535-50D6-CE43-01F5-3407CA76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157703F-DC3B-41E3-B625-D7B85256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5495EC9-8999-4217-A4B7-9DC4794C59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9437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A634082-DD9B-A726-9BD1-C8F8DF9B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21A1918-2A6A-4839-98EA-0EBF0977D8DB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631EA81-F8AD-A730-0A50-23119BA8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F82B6D9-EB34-C539-328C-494884C2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CBE21B-2B6C-4D11-AB2E-6AF6FB5AE2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0993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6B67FCD-BB45-AC11-0654-6D2B255A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5E352A1-907E-4DF5-89D4-707D0AA8EA97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8044744-4F40-C962-7883-E2FFB7F8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D207B73-E429-8F61-F30D-DB6F7236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264D37E-92A3-40D6-9467-8097877C14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7339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BBC5082-AF5F-FFAE-1919-C72612FF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683FB42-B98B-4F15-AF70-E60A1DCFD56F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3C98F9A-C5FA-3C78-F2A2-58EACBC0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EF5914B-C953-D217-0F8E-6CBF7D5C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0E7FD5C-B32F-4823-ADCB-59DD5FE8D89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033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4" y="1720215"/>
            <a:ext cx="10660709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EF6A2C-5CAC-1FE0-F52F-8225D9F6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5C35976-970E-4CA3-BFD9-EE7A59D01FEC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AA95B7F-6AC8-86B3-EF2F-4DB1D4C3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86B0D65-49E4-52CE-67F5-5C841493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C965446-4229-4EA8-9B22-8F7C60A504C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52347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641CAC8-4ED5-983F-FCE1-5C192B18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6AFD69E-0FE1-4124-80E3-40F9D34C6CE2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8C393A-BAC2-1A7E-2CAD-ADC2B104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DDDBE70-4FDC-DC9E-2390-187FDBD9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2551AAC-806D-4901-ADBE-F6AF4E5779BF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2163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B9587F-7629-EBFB-ED1B-6E8D5BA8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7AB82E0-787E-43E2-BD7F-426675C2181F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6357D10-E57E-72AD-3905-0EF7140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0FDF1EB-3FD1-48C5-6964-4702BC6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C9FEA2-3C52-4520-8496-639D7CC35BD1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38392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847" y="10901365"/>
            <a:ext cx="76970870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84D4C18-12A5-D7C1-7E82-2630E4B9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C393ED9-2E3E-4405-B19D-C0FAC804C521}" type="datetimeFigureOut">
              <a:rPr lang="he-IL"/>
              <a:pPr>
                <a:defRPr/>
              </a:pPr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BBA733-6B86-B644-4361-87A51B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0D585C-A3EA-05A6-C2F9-C125FDA1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FBA5E06-9577-4D8C-9A00-0B6B078439F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5060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CE1790A6-50DB-F538-88D4-587D38680000}"/>
              </a:ext>
            </a:extLst>
          </p:cNvPr>
          <p:cNvSpPr>
            <a:spLocks/>
          </p:cNvSpPr>
          <p:nvPr userDrawn="1"/>
        </p:nvSpPr>
        <p:spPr>
          <a:xfrm>
            <a:off x="0" y="-42863"/>
            <a:ext cx="32404050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/>
          </a:p>
        </p:txBody>
      </p:sp>
      <p:pic>
        <p:nvPicPr>
          <p:cNvPr id="1027" name="Picture 2" descr="C:\Documents and Settings\adam\Desktop\Ben Gurion Logo.jpg">
            <a:extLst>
              <a:ext uri="{FF2B5EF4-FFF2-40B4-BE49-F238E27FC236}">
                <a16:creationId xmlns:a16="http://schemas.microsoft.com/office/drawing/2014/main" id="{2D370979-3C3B-361A-B5D2-AFCE761AC1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938" y="0"/>
            <a:ext cx="216011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EC6F33-358F-9117-D0DE-98CCE46F7071}"/>
              </a:ext>
            </a:extLst>
          </p:cNvPr>
          <p:cNvSpPr/>
          <p:nvPr/>
        </p:nvSpPr>
        <p:spPr>
          <a:xfrm>
            <a:off x="0" y="-75136"/>
            <a:ext cx="32404050" cy="637888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338" name="TextBox 6">
            <a:extLst>
              <a:ext uri="{FF2B5EF4-FFF2-40B4-BE49-F238E27FC236}">
                <a16:creationId xmlns:a16="http://schemas.microsoft.com/office/drawing/2014/main" id="{CDD3160D-0763-ADC8-DD4C-40D039832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138" y="2781837"/>
            <a:ext cx="30432375" cy="141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ts val="10000"/>
              </a:lnSpc>
            </a:pPr>
            <a:r>
              <a:rPr lang="he-IL" altLang="he-IL" sz="11000" b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Stockp</a:t>
            </a:r>
            <a:endParaRPr lang="en-US"/>
          </a:p>
        </p:txBody>
      </p:sp>
      <p:sp>
        <p:nvSpPr>
          <p:cNvPr id="14339" name="TextBox 9">
            <a:extLst>
              <a:ext uri="{FF2B5EF4-FFF2-40B4-BE49-F238E27FC236}">
                <a16:creationId xmlns:a16="http://schemas.microsoft.com/office/drawing/2014/main" id="{783B316F-98D7-4B35-1477-5719C13EE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014" y="3891421"/>
            <a:ext cx="210026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he-IL" altLang="he-IL" sz="8000" b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אפק כהן, אורי אוחנה, דוד אלבז, נתנאל ויטקין 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40" name="TextBox 10">
            <a:extLst>
              <a:ext uri="{FF2B5EF4-FFF2-40B4-BE49-F238E27FC236}">
                <a16:creationId xmlns:a16="http://schemas.microsoft.com/office/drawing/2014/main" id="{37906BF6-80F4-1E2D-7932-108B411E1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9411" y="5103418"/>
            <a:ext cx="210026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he-IL" altLang="he-IL" sz="7200" b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מנחים: ד"ר ניב גלבוע</a:t>
            </a:r>
            <a:endParaRPr lang="en-US" altLang="he-IL" sz="7200" b="1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42" name="TextBox 1">
            <a:extLst>
              <a:ext uri="{FF2B5EF4-FFF2-40B4-BE49-F238E27FC236}">
                <a16:creationId xmlns:a16="http://schemas.microsoft.com/office/drawing/2014/main" id="{2D39E5F5-AE41-E499-F3F7-53C3EBBB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47" y="362186"/>
            <a:ext cx="5202238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he-I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373-26-10</a:t>
            </a:r>
          </a:p>
        </p:txBody>
      </p:sp>
      <p:pic>
        <p:nvPicPr>
          <p:cNvPr id="2" name="תמונה 4">
            <a:extLst>
              <a:ext uri="{FF2B5EF4-FFF2-40B4-BE49-F238E27FC236}">
                <a16:creationId xmlns:a16="http://schemas.microsoft.com/office/drawing/2014/main" id="{05F4F1BB-1C1F-0579-CAF2-B54A24D91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9882" y="-75136"/>
            <a:ext cx="13198805" cy="213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4CD4C588-2826-FBB9-CE54-A6D269F21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793" y="1347235"/>
            <a:ext cx="8523916" cy="12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lnSpc>
                <a:spcPts val="10000"/>
              </a:lnSpc>
            </a:pPr>
            <a:r>
              <a:rPr lang="he-IL" altLang="he-IL" sz="6000" b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התוכנית להנדסת תוכנה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E0A11EB3B96B4EA1F6112982CB841C" ma:contentTypeVersion="11" ma:contentTypeDescription="Create a new document." ma:contentTypeScope="" ma:versionID="171ae205a3506618db77f08d78ffcd93">
  <xsd:schema xmlns:xsd="http://www.w3.org/2001/XMLSchema" xmlns:xs="http://www.w3.org/2001/XMLSchema" xmlns:p="http://schemas.microsoft.com/office/2006/metadata/properties" xmlns:ns2="58884f19-581f-4382-94d3-a8a205fc1a92" xmlns:ns3="e22d7ff3-e654-4e32-b43f-efcd3cfe58b1" targetNamespace="http://schemas.microsoft.com/office/2006/metadata/properties" ma:root="true" ma:fieldsID="650addee4b9e1352d8a356247d9edb18" ns2:_="" ns3:_="">
    <xsd:import namespace="58884f19-581f-4382-94d3-a8a205fc1a92"/>
    <xsd:import namespace="e22d7ff3-e654-4e32-b43f-efcd3cfe58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884f19-581f-4382-94d3-a8a205fc1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627ecdc-4a41-4db1-8913-7c60425bb4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d7ff3-e654-4e32-b43f-efcd3cfe58b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f801a22-862d-420e-93d5-e900c04c946d}" ma:internalName="TaxCatchAll" ma:showField="CatchAllData" ma:web="e22d7ff3-e654-4e32-b43f-efcd3cfe58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22d7ff3-e654-4e32-b43f-efcd3cfe58b1" xsi:nil="true"/>
    <lcf76f155ced4ddcb4097134ff3c332f xmlns="58884f19-581f-4382-94d3-a8a205fc1a92">
      <Terms xmlns="http://schemas.microsoft.com/office/infopath/2007/PartnerControls"/>
    </lcf76f155ced4ddcb4097134ff3c332f>
  </documentManagement>
</p:properti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F8B4DE4B-6FE0-4B99-80D5-89C2DA2DB17A}">
  <ds:schemaRefs>
    <ds:schemaRef ds:uri="58884f19-581f-4382-94d3-a8a205fc1a92"/>
    <ds:schemaRef ds:uri="e22d7ff3-e654-4e32-b43f-efcd3cfe58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98B6435-3618-49A5-B564-2562FC8867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731B92-9B99-4538-853E-E39B61D4616F}">
  <ds:schemaRefs>
    <ds:schemaRef ds:uri="e22d7ff3-e654-4e32-b43f-efcd3cfe58b1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58884f19-581f-4382-94d3-a8a205fc1a92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CFE669A1-3A7E-4B3E-89FA-26868125A6F1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נתנאל ויטקין</cp:lastModifiedBy>
  <cp:revision>1</cp:revision>
  <dcterms:created xsi:type="dcterms:W3CDTF">2010-03-24T06:07:16Z</dcterms:created>
  <dcterms:modified xsi:type="dcterms:W3CDTF">2026-05-12T06:30:41Z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5RW434VQ3H3S-892-196</vt:lpwstr>
  </property>
  <property fmtid="{D5CDD505-2E9C-101B-9397-08002B2CF9AE}" pid="3" name="_dlc_DocIdItemGuid">
    <vt:lpwstr>1e876f2f-06f9-413d-bccc-0470f3929c52</vt:lpwstr>
  </property>
  <property fmtid="{D5CDD505-2E9C-101B-9397-08002B2CF9AE}" pid="4" name="_dlc_DocIdUrl">
    <vt:lpwstr>https://in.bgu.ac.il/engn/ise/_layouts/15/DocIdRedir.aspx?ID=5RW434VQ3H3S-892-196, 5RW434VQ3H3S-892-196</vt:lpwstr>
  </property>
  <property fmtid="{D5CDD505-2E9C-101B-9397-08002B2CF9AE}" pid="5" name="PublishingExpirationDate">
    <vt:lpwstr/>
  </property>
  <property fmtid="{D5CDD505-2E9C-101B-9397-08002B2CF9AE}" pid="6" name="PublishingStartDate">
    <vt:lpwstr/>
  </property>
  <property fmtid="{D5CDD505-2E9C-101B-9397-08002B2CF9AE}" pid="7" name="ContentTypeId">
    <vt:lpwstr>0x0101003DE0A11EB3B96B4EA1F6112982CB841C</vt:lpwstr>
  </property>
  <property fmtid="{D5CDD505-2E9C-101B-9397-08002B2CF9AE}" pid="8" name="MediaServiceImageTags">
    <vt:lpwstr/>
  </property>
</Properties>
</file>